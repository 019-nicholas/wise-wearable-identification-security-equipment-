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3728" y="6787322"/>
            <a:ext cx="4227522" cy="781398"/>
            <a:chOff x="0" y="0"/>
            <a:chExt cx="988471" cy="182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471" cy="182705"/>
            </a:xfrm>
            <a:custGeom>
              <a:avLst/>
              <a:gdLst/>
              <a:ahLst/>
              <a:cxnLst/>
              <a:rect r="r" b="b" t="t" l="l"/>
              <a:pathLst>
                <a:path h="182705" w="988471">
                  <a:moveTo>
                    <a:pt x="0" y="0"/>
                  </a:moveTo>
                  <a:lnTo>
                    <a:pt x="988471" y="0"/>
                  </a:lnTo>
                  <a:lnTo>
                    <a:pt x="988471" y="182705"/>
                  </a:lnTo>
                  <a:lnTo>
                    <a:pt x="0" y="182705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100000"/>
                  </a:srgbClr>
                </a:gs>
                <a:gs pos="100000">
                  <a:srgbClr val="FFA80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88471" cy="239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19852" y="6787322"/>
            <a:ext cx="781398" cy="78139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5159739" y="6995720"/>
            <a:ext cx="301625" cy="364602"/>
          </a:xfrm>
          <a:custGeom>
            <a:avLst/>
            <a:gdLst/>
            <a:ahLst/>
            <a:cxnLst/>
            <a:rect r="r" b="b" t="t" l="l"/>
            <a:pathLst>
              <a:path h="364602" w="301625">
                <a:moveTo>
                  <a:pt x="0" y="0"/>
                </a:moveTo>
                <a:lnTo>
                  <a:pt x="301625" y="0"/>
                </a:lnTo>
                <a:lnTo>
                  <a:pt x="301625" y="364601"/>
                </a:lnTo>
                <a:lnTo>
                  <a:pt x="0" y="36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73728" y="3299567"/>
            <a:ext cx="13988848" cy="218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789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WISE (Wearable Intelligent Security Entry)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864400" y="6275818"/>
            <a:ext cx="8343502" cy="2831669"/>
            <a:chOff x="0" y="0"/>
            <a:chExt cx="740848" cy="2514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8001" y="0"/>
              <a:ext cx="724846" cy="251434"/>
            </a:xfrm>
            <a:custGeom>
              <a:avLst/>
              <a:gdLst/>
              <a:ahLst/>
              <a:cxnLst/>
              <a:rect r="r" b="b" t="t" l="l"/>
              <a:pathLst>
                <a:path h="251434" w="724846">
                  <a:moveTo>
                    <a:pt x="236482" y="0"/>
                  </a:moveTo>
                  <a:lnTo>
                    <a:pt x="718552" y="0"/>
                  </a:lnTo>
                  <a:cubicBezTo>
                    <a:pt x="721047" y="0"/>
                    <a:pt x="723307" y="1474"/>
                    <a:pt x="724312" y="3758"/>
                  </a:cubicBezTo>
                  <a:cubicBezTo>
                    <a:pt x="725318" y="6042"/>
                    <a:pt x="724879" y="8704"/>
                    <a:pt x="723194" y="10544"/>
                  </a:cubicBezTo>
                  <a:lnTo>
                    <a:pt x="512313" y="240890"/>
                  </a:lnTo>
                  <a:cubicBezTo>
                    <a:pt x="506163" y="247608"/>
                    <a:pt x="497473" y="251434"/>
                    <a:pt x="488365" y="251434"/>
                  </a:cubicBezTo>
                  <a:lnTo>
                    <a:pt x="6294" y="251434"/>
                  </a:lnTo>
                  <a:cubicBezTo>
                    <a:pt x="3799" y="251434"/>
                    <a:pt x="1540" y="249960"/>
                    <a:pt x="534" y="247676"/>
                  </a:cubicBezTo>
                  <a:cubicBezTo>
                    <a:pt x="-471" y="245392"/>
                    <a:pt x="-33" y="242730"/>
                    <a:pt x="1652" y="240890"/>
                  </a:cubicBezTo>
                  <a:lnTo>
                    <a:pt x="212533" y="10544"/>
                  </a:lnTo>
                  <a:cubicBezTo>
                    <a:pt x="218684" y="3826"/>
                    <a:pt x="227374" y="0"/>
                    <a:pt x="236482" y="0"/>
                  </a:cubicBezTo>
                  <a:close/>
                </a:path>
              </a:pathLst>
            </a:custGeom>
            <a:solidFill>
              <a:srgbClr val="FB810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54000" y="-57150"/>
              <a:ext cx="232848" cy="308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90826" y="5741360"/>
            <a:ext cx="8343502" cy="2831669"/>
            <a:chOff x="0" y="0"/>
            <a:chExt cx="740848" cy="2514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" y="0"/>
              <a:ext cx="724846" cy="251434"/>
            </a:xfrm>
            <a:custGeom>
              <a:avLst/>
              <a:gdLst/>
              <a:ahLst/>
              <a:cxnLst/>
              <a:rect r="r" b="b" t="t" l="l"/>
              <a:pathLst>
                <a:path h="251434" w="724846">
                  <a:moveTo>
                    <a:pt x="236482" y="0"/>
                  </a:moveTo>
                  <a:lnTo>
                    <a:pt x="718552" y="0"/>
                  </a:lnTo>
                  <a:cubicBezTo>
                    <a:pt x="721047" y="0"/>
                    <a:pt x="723307" y="1474"/>
                    <a:pt x="724312" y="3758"/>
                  </a:cubicBezTo>
                  <a:cubicBezTo>
                    <a:pt x="725318" y="6042"/>
                    <a:pt x="724879" y="8704"/>
                    <a:pt x="723194" y="10544"/>
                  </a:cubicBezTo>
                  <a:lnTo>
                    <a:pt x="512313" y="240890"/>
                  </a:lnTo>
                  <a:cubicBezTo>
                    <a:pt x="506163" y="247608"/>
                    <a:pt x="497473" y="251434"/>
                    <a:pt x="488365" y="251434"/>
                  </a:cubicBezTo>
                  <a:lnTo>
                    <a:pt x="6294" y="251434"/>
                  </a:lnTo>
                  <a:cubicBezTo>
                    <a:pt x="3799" y="251434"/>
                    <a:pt x="1540" y="249960"/>
                    <a:pt x="534" y="247676"/>
                  </a:cubicBezTo>
                  <a:cubicBezTo>
                    <a:pt x="-471" y="245392"/>
                    <a:pt x="-33" y="242730"/>
                    <a:pt x="1652" y="240890"/>
                  </a:cubicBezTo>
                  <a:lnTo>
                    <a:pt x="212533" y="10544"/>
                  </a:lnTo>
                  <a:cubicBezTo>
                    <a:pt x="218684" y="3826"/>
                    <a:pt x="227374" y="0"/>
                    <a:pt x="2364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54000" y="-57150"/>
              <a:ext cx="232848" cy="308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151776" y="5387226"/>
            <a:ext cx="5806611" cy="3871074"/>
          </a:xfrm>
          <a:custGeom>
            <a:avLst/>
            <a:gdLst/>
            <a:ahLst/>
            <a:cxnLst/>
            <a:rect r="r" b="b" t="t" l="l"/>
            <a:pathLst>
              <a:path h="3871074" w="5806611">
                <a:moveTo>
                  <a:pt x="0" y="0"/>
                </a:moveTo>
                <a:lnTo>
                  <a:pt x="5806611" y="0"/>
                </a:lnTo>
                <a:lnTo>
                  <a:pt x="5806611" y="3871074"/>
                </a:lnTo>
                <a:lnTo>
                  <a:pt x="0" y="3871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82914" y="6903383"/>
            <a:ext cx="267803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101843"/>
                </a:solidFill>
                <a:latin typeface="Poppins"/>
                <a:ea typeface="Poppins"/>
                <a:cs typeface="Poppins"/>
                <a:sym typeface="Poppins"/>
              </a:rPr>
              <a:t>Start 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3728" y="5794156"/>
            <a:ext cx="6298142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pc="804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ACCESS MADE SIMPLE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832850"/>
            <a:ext cx="420920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Kelompok 5 / 2 D4 EA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83049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74535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90826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481389" y="5387226"/>
            <a:ext cx="3914936" cy="1084949"/>
            <a:chOff x="0" y="0"/>
            <a:chExt cx="740848" cy="2053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8853" y="0"/>
              <a:ext cx="703143" cy="205312"/>
            </a:xfrm>
            <a:custGeom>
              <a:avLst/>
              <a:gdLst/>
              <a:ahLst/>
              <a:cxnLst/>
              <a:rect r="r" b="b" t="t" l="l"/>
              <a:pathLst>
                <a:path h="205312" w="703143">
                  <a:moveTo>
                    <a:pt x="241801" y="0"/>
                  </a:moveTo>
                  <a:lnTo>
                    <a:pt x="691529" y="0"/>
                  </a:lnTo>
                  <a:cubicBezTo>
                    <a:pt x="696347" y="0"/>
                    <a:pt x="700664" y="2975"/>
                    <a:pt x="702380" y="7477"/>
                  </a:cubicBezTo>
                  <a:cubicBezTo>
                    <a:pt x="704096" y="11979"/>
                    <a:pt x="702854" y="17072"/>
                    <a:pt x="699259" y="20279"/>
                  </a:cubicBezTo>
                  <a:lnTo>
                    <a:pt x="514544" y="185033"/>
                  </a:lnTo>
                  <a:cubicBezTo>
                    <a:pt x="499901" y="198094"/>
                    <a:pt x="480964" y="205312"/>
                    <a:pt x="461342" y="205312"/>
                  </a:cubicBezTo>
                  <a:lnTo>
                    <a:pt x="11613" y="205312"/>
                  </a:lnTo>
                  <a:cubicBezTo>
                    <a:pt x="6796" y="205312"/>
                    <a:pt x="2478" y="202337"/>
                    <a:pt x="762" y="197835"/>
                  </a:cubicBezTo>
                  <a:cubicBezTo>
                    <a:pt x="-954" y="193333"/>
                    <a:pt x="288" y="188239"/>
                    <a:pt x="3883" y="185033"/>
                  </a:cubicBezTo>
                  <a:lnTo>
                    <a:pt x="188598" y="20279"/>
                  </a:lnTo>
                  <a:cubicBezTo>
                    <a:pt x="203242" y="7218"/>
                    <a:pt x="222179" y="0"/>
                    <a:pt x="241801" y="0"/>
                  </a:cubicBezTo>
                  <a:close/>
                </a:path>
              </a:pathLst>
            </a:custGeom>
            <a:solidFill>
              <a:srgbClr val="FB810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54000" y="-57150"/>
              <a:ext cx="232848" cy="262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7203" y="2011345"/>
            <a:ext cx="7688585" cy="717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9359" y="2832718"/>
            <a:ext cx="7438265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Risiko relay attack menggunakan signal booster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Remote kendaraan mudah hilang atau tertinggal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Ketergantungan pada perangkat remote konvensional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 keyless modern memiliki potensi eksploitasi komunikasi nirkabel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32850"/>
            <a:ext cx="420920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Kelompok 5 / 2 D4 EA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07227" y="2011345"/>
            <a:ext cx="6490668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07227" y="2832718"/>
            <a:ext cx="6817122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WISE merupakan sistem akses kendaraan berbasis wearable yang mengintegrasikan teknologi embedded system, komunikasi wireless, dan autentikasi digital dalam bentuk perangkat yang menyerupai jam tangan pintar.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6173805"/>
            <a:ext cx="6817122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Selalu melekat pada pengguna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Mengurangi risiko kehilangan remote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Mendukung autentikasi nirkabel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Menggunakan mekanisme transmit-on-demand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Dirancang menggunakan mikrokontroler AVR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7227" y="5351479"/>
            <a:ext cx="7688585" cy="71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Keunggulan Utama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283419" y="972185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74904" y="972185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91195" y="972185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080113" y="6069030"/>
            <a:ext cx="4266472" cy="2415954"/>
          </a:xfrm>
          <a:custGeom>
            <a:avLst/>
            <a:gdLst/>
            <a:ahLst/>
            <a:cxnLst/>
            <a:rect r="r" b="b" t="t" l="l"/>
            <a:pathLst>
              <a:path h="2415954" w="4266472">
                <a:moveTo>
                  <a:pt x="0" y="0"/>
                </a:moveTo>
                <a:lnTo>
                  <a:pt x="4266473" y="0"/>
                </a:lnTo>
                <a:lnTo>
                  <a:pt x="4266473" y="2415955"/>
                </a:lnTo>
                <a:lnTo>
                  <a:pt x="0" y="2415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58704" y="5001377"/>
            <a:ext cx="2588823" cy="3744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64" y="1879930"/>
            <a:ext cx="4078361" cy="8407070"/>
            <a:chOff x="0" y="0"/>
            <a:chExt cx="5437815" cy="1120942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400987" y="0"/>
              <a:ext cx="3042806" cy="6404954"/>
              <a:chOff x="0" y="0"/>
              <a:chExt cx="487700" cy="102658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7700" cy="1026585"/>
              </a:xfrm>
              <a:custGeom>
                <a:avLst/>
                <a:gdLst/>
                <a:ahLst/>
                <a:cxnLst/>
                <a:rect r="r" b="b" t="t" l="l"/>
                <a:pathLst>
                  <a:path h="1026585" w="487700">
                    <a:moveTo>
                      <a:pt x="203200" y="0"/>
                    </a:moveTo>
                    <a:lnTo>
                      <a:pt x="487700" y="0"/>
                    </a:lnTo>
                    <a:lnTo>
                      <a:pt x="284500" y="1026585"/>
                    </a:lnTo>
                    <a:lnTo>
                      <a:pt x="0" y="1026585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A8770D">
                      <a:alpha val="100000"/>
                    </a:srgbClr>
                  </a:gs>
                  <a:gs pos="100000">
                    <a:srgbClr val="FFA800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38100"/>
                <a:ext cx="284500" cy="1064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674503"/>
              <a:ext cx="5437815" cy="10534923"/>
              <a:chOff x="0" y="0"/>
              <a:chExt cx="4185981" cy="810968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-1588023">
                <a:off x="-1587812" y="155689"/>
                <a:ext cx="7361604" cy="7790495"/>
              </a:xfrm>
              <a:custGeom>
                <a:avLst/>
                <a:gdLst/>
                <a:ahLst/>
                <a:cxnLst/>
                <a:rect r="r" b="b" t="t" l="l"/>
                <a:pathLst>
                  <a:path h="7790495" w="7361604">
                    <a:moveTo>
                      <a:pt x="7361604" y="1202107"/>
                    </a:moveTo>
                    <a:lnTo>
                      <a:pt x="2398833" y="7790495"/>
                    </a:lnTo>
                    <a:lnTo>
                      <a:pt x="0" y="6596203"/>
                    </a:lnTo>
                    <a:lnTo>
                      <a:pt x="4947075" y="0"/>
                    </a:lnTo>
                    <a:lnTo>
                      <a:pt x="7361604" y="1202107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92686" t="-8516" r="-92686" b="-8617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8283049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4535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90826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01714" y="8832850"/>
            <a:ext cx="3007560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2-06-2026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70225" y="2677632"/>
            <a:ext cx="5883459" cy="5703505"/>
            <a:chOff x="0" y="0"/>
            <a:chExt cx="7844612" cy="760467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38100"/>
              <a:ext cx="7844612" cy="969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Arsitektur Sistem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035043"/>
              <a:ext cx="7394308" cy="525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Sistem terdiri dari dua bagian utama: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97287" y="5364182"/>
              <a:ext cx="6797021" cy="2240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Berfungsi sebagai penerima data, autentikator, dan pengendali mekanisme penguncian kendaraan.</a:t>
              </a:r>
            </a:p>
            <a:p>
              <a:pPr algn="just">
                <a:lnSpc>
                  <a:spcPts val="3400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97287" y="2349077"/>
              <a:ext cx="6797021" cy="2240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Berfungsi sebagai perangkat yang digunakan pengguna untuk mengirimkan perintah akses kendaraan.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8608" y="1742009"/>
              <a:ext cx="7135700" cy="578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Wearable Unit (Jam)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58608" y="4757121"/>
              <a:ext cx="7135700" cy="578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9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Receiver Unit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53922" y="2677632"/>
            <a:ext cx="6305378" cy="4599776"/>
            <a:chOff x="0" y="0"/>
            <a:chExt cx="8407171" cy="613303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1035043"/>
              <a:ext cx="8407171" cy="5097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Wearable berada pada mode sleep.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Pengguna menekan tombol pada wearable.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OLED aktif dan menampilkan status sistem.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Wearable mengirimkan data melalui modul wireless.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Receiver menerima data.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Sistem melakukan proses autentikasi.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Perintah lock atau unlock dijalankan.</a:t>
              </a:r>
            </a:p>
            <a:p>
              <a:pPr algn="just" marL="431801" indent="-215900" lvl="1">
                <a:lnSpc>
                  <a:spcPts val="34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Wearable kembali ke mode sleep.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36147" y="38100"/>
              <a:ext cx="6592336" cy="969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50"/>
                </a:lnSpc>
              </a:pPr>
              <a:r>
                <a:rPr lang="en-US" sz="5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Cara Kerja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7557" y="1596075"/>
            <a:ext cx="6622039" cy="4662806"/>
            <a:chOff x="0" y="0"/>
            <a:chExt cx="8829386" cy="6217075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681359" cy="2625458"/>
              <a:chOff x="0" y="0"/>
              <a:chExt cx="1086810" cy="106415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86810" cy="1064152"/>
              </a:xfrm>
              <a:custGeom>
                <a:avLst/>
                <a:gdLst/>
                <a:ahLst/>
                <a:cxnLst/>
                <a:rect r="r" b="b" t="t" l="l"/>
                <a:pathLst>
                  <a:path h="1064152" w="1086810">
                    <a:moveTo>
                      <a:pt x="0" y="0"/>
                    </a:moveTo>
                    <a:lnTo>
                      <a:pt x="1086810" y="0"/>
                    </a:lnTo>
                    <a:lnTo>
                      <a:pt x="1086810" y="1064152"/>
                    </a:lnTo>
                    <a:lnTo>
                      <a:pt x="0" y="106415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A8770D">
                      <a:alpha val="100000"/>
                    </a:srgbClr>
                  </a:gs>
                  <a:gs pos="100000">
                    <a:srgbClr val="FFA800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1086810" cy="11213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18552" y="540385"/>
              <a:ext cx="8510834" cy="5676690"/>
              <a:chOff x="0" y="0"/>
              <a:chExt cx="1218599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185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218599">
                    <a:moveTo>
                      <a:pt x="0" y="0"/>
                    </a:moveTo>
                    <a:lnTo>
                      <a:pt x="1218599" y="0"/>
                    </a:lnTo>
                    <a:lnTo>
                      <a:pt x="1218599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-10279" r="0" b="-10279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10036436" y="1596075"/>
            <a:ext cx="6622039" cy="4662806"/>
            <a:chOff x="0" y="0"/>
            <a:chExt cx="8829386" cy="621707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681359" cy="2625458"/>
              <a:chOff x="0" y="0"/>
              <a:chExt cx="1086810" cy="106415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86810" cy="1064152"/>
              </a:xfrm>
              <a:custGeom>
                <a:avLst/>
                <a:gdLst/>
                <a:ahLst/>
                <a:cxnLst/>
                <a:rect r="r" b="b" t="t" l="l"/>
                <a:pathLst>
                  <a:path h="1064152" w="1086810">
                    <a:moveTo>
                      <a:pt x="0" y="0"/>
                    </a:moveTo>
                    <a:lnTo>
                      <a:pt x="1086810" y="0"/>
                    </a:lnTo>
                    <a:lnTo>
                      <a:pt x="1086810" y="1064152"/>
                    </a:lnTo>
                    <a:lnTo>
                      <a:pt x="0" y="106415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A8770D">
                      <a:alpha val="100000"/>
                    </a:srgbClr>
                  </a:gs>
                  <a:gs pos="100000">
                    <a:srgbClr val="FFA800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1086810" cy="11308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18552" y="540385"/>
              <a:ext cx="8510834" cy="5676690"/>
              <a:chOff x="0" y="0"/>
              <a:chExt cx="1218599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1859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218599">
                    <a:moveTo>
                      <a:pt x="0" y="0"/>
                    </a:moveTo>
                    <a:lnTo>
                      <a:pt x="1218599" y="0"/>
                    </a:lnTo>
                    <a:lnTo>
                      <a:pt x="1218599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529" t="0" r="-529" b="0"/>
                </a:stretch>
              </a:blipFill>
            </p:spPr>
          </p:sp>
        </p:grpSp>
      </p:grpSp>
      <p:grpSp>
        <p:nvGrpSpPr>
          <p:cNvPr name="Group 17" id="17"/>
          <p:cNvGrpSpPr/>
          <p:nvPr/>
        </p:nvGrpSpPr>
        <p:grpSpPr>
          <a:xfrm rot="0">
            <a:off x="2308024" y="1028065"/>
            <a:ext cx="5165703" cy="301625"/>
            <a:chOff x="0" y="0"/>
            <a:chExt cx="6887604" cy="40216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2295868" y="-57150"/>
              <a:ext cx="2295868" cy="459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About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57150"/>
              <a:ext cx="2295868" cy="459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Home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591736" y="-57150"/>
              <a:ext cx="2295868" cy="459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Contact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9949" y="801050"/>
            <a:ext cx="6977650" cy="79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65"/>
              </a:lnSpc>
            </a:pPr>
            <a:r>
              <a:rPr lang="en-US" sz="5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62028" y="6318196"/>
            <a:ext cx="5493492" cy="235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Fungsi: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Menerima data dari wearable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Melakukan proses autentikasi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Mengendalikan sistem penguncian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emberikan indikator status sistem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251740" y="8771462"/>
            <a:ext cx="3007560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2-06-2026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6289" y="6318196"/>
            <a:ext cx="5493492" cy="235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9"/>
              </a:lnSpc>
            </a:pPr>
            <a:r>
              <a:rPr lang="en-US" sz="2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Fungsi: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Menampilkan status sistem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Mengirim perintah lock dan unlock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Menjalankan komunikasi wireless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eroperasi pada mode hemat day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56958" y="2047799"/>
            <a:ext cx="3323460" cy="6493040"/>
            <a:chOff x="0" y="0"/>
            <a:chExt cx="4431280" cy="865738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333802" cy="1766687"/>
              <a:chOff x="0" y="0"/>
              <a:chExt cx="1780087" cy="235781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80087" cy="2357813"/>
              </a:xfrm>
              <a:custGeom>
                <a:avLst/>
                <a:gdLst/>
                <a:ahLst/>
                <a:cxnLst/>
                <a:rect r="r" b="b" t="t" l="l"/>
                <a:pathLst>
                  <a:path h="2357813" w="1780087">
                    <a:moveTo>
                      <a:pt x="0" y="0"/>
                    </a:moveTo>
                    <a:lnTo>
                      <a:pt x="1780087" y="0"/>
                    </a:lnTo>
                    <a:lnTo>
                      <a:pt x="1780087" y="2357813"/>
                    </a:lnTo>
                    <a:lnTo>
                      <a:pt x="0" y="235781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A8770D">
                      <a:alpha val="85000"/>
                    </a:srgbClr>
                  </a:gs>
                  <a:gs pos="100000">
                    <a:srgbClr val="FFA800">
                      <a:alpha val="85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80087" cy="23959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75547" y="352187"/>
              <a:ext cx="4155734" cy="8305199"/>
              <a:chOff x="0" y="0"/>
              <a:chExt cx="641276" cy="128158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1276" cy="1281586"/>
              </a:xfrm>
              <a:custGeom>
                <a:avLst/>
                <a:gdLst/>
                <a:ahLst/>
                <a:cxnLst/>
                <a:rect r="r" b="b" t="t" l="l"/>
                <a:pathLst>
                  <a:path h="1281586" w="641276">
                    <a:moveTo>
                      <a:pt x="0" y="0"/>
                    </a:moveTo>
                    <a:lnTo>
                      <a:pt x="641276" y="0"/>
                    </a:lnTo>
                    <a:lnTo>
                      <a:pt x="641276" y="1281586"/>
                    </a:lnTo>
                    <a:lnTo>
                      <a:pt x="0" y="1281586"/>
                    </a:lnTo>
                    <a:close/>
                  </a:path>
                </a:pathLst>
              </a:custGeom>
              <a:blipFill>
                <a:blip r:embed="rId2"/>
                <a:stretch>
                  <a:fillRect l="0" t="-2258" r="0" b="-2258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9451824" y="5451762"/>
            <a:ext cx="2859432" cy="3089077"/>
            <a:chOff x="0" y="0"/>
            <a:chExt cx="3812576" cy="411876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3082091" y="0"/>
              <a:ext cx="730485" cy="1413243"/>
              <a:chOff x="0" y="0"/>
              <a:chExt cx="1740907" cy="336806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40907" cy="3368070"/>
              </a:xfrm>
              <a:custGeom>
                <a:avLst/>
                <a:gdLst/>
                <a:ahLst/>
                <a:cxnLst/>
                <a:rect r="r" b="b" t="t" l="l"/>
                <a:pathLst>
                  <a:path h="3368070" w="1740907">
                    <a:moveTo>
                      <a:pt x="0" y="0"/>
                    </a:moveTo>
                    <a:lnTo>
                      <a:pt x="1740907" y="0"/>
                    </a:lnTo>
                    <a:lnTo>
                      <a:pt x="1740907" y="3368070"/>
                    </a:lnTo>
                    <a:lnTo>
                      <a:pt x="0" y="336807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A8770D">
                      <a:alpha val="85000"/>
                    </a:srgbClr>
                  </a:gs>
                  <a:gs pos="100000">
                    <a:srgbClr val="FFA800">
                      <a:alpha val="85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740907" cy="34061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257507"/>
              <a:ext cx="3685540" cy="3861262"/>
              <a:chOff x="0" y="0"/>
              <a:chExt cx="1011448" cy="105967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1448" cy="1059672"/>
              </a:xfrm>
              <a:custGeom>
                <a:avLst/>
                <a:gdLst/>
                <a:ahLst/>
                <a:cxnLst/>
                <a:rect r="r" b="b" t="t" l="l"/>
                <a:pathLst>
                  <a:path h="1059672" w="1011448">
                    <a:moveTo>
                      <a:pt x="0" y="0"/>
                    </a:moveTo>
                    <a:lnTo>
                      <a:pt x="1011448" y="0"/>
                    </a:lnTo>
                    <a:lnTo>
                      <a:pt x="1011448" y="1059672"/>
                    </a:lnTo>
                    <a:lnTo>
                      <a:pt x="0" y="1059672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08591" t="0" r="-279" b="-10647"/>
                </a:stretch>
              </a:blipFill>
            </p:spPr>
          </p:sp>
        </p:grpSp>
      </p:grpSp>
      <p:grpSp>
        <p:nvGrpSpPr>
          <p:cNvPr name="Group 17" id="17"/>
          <p:cNvGrpSpPr/>
          <p:nvPr/>
        </p:nvGrpSpPr>
        <p:grpSpPr>
          <a:xfrm rot="0">
            <a:off x="9451824" y="2032954"/>
            <a:ext cx="2859432" cy="3089077"/>
            <a:chOff x="0" y="0"/>
            <a:chExt cx="3812576" cy="411876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3082091" y="0"/>
              <a:ext cx="730485" cy="1413243"/>
              <a:chOff x="0" y="0"/>
              <a:chExt cx="1740907" cy="336806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40907" cy="3368070"/>
              </a:xfrm>
              <a:custGeom>
                <a:avLst/>
                <a:gdLst/>
                <a:ahLst/>
                <a:cxnLst/>
                <a:rect r="r" b="b" t="t" l="l"/>
                <a:pathLst>
                  <a:path h="3368070" w="1740907">
                    <a:moveTo>
                      <a:pt x="0" y="0"/>
                    </a:moveTo>
                    <a:lnTo>
                      <a:pt x="1740907" y="0"/>
                    </a:lnTo>
                    <a:lnTo>
                      <a:pt x="1740907" y="3368070"/>
                    </a:lnTo>
                    <a:lnTo>
                      <a:pt x="0" y="336807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A8770D">
                      <a:alpha val="85000"/>
                    </a:srgbClr>
                  </a:gs>
                  <a:gs pos="100000">
                    <a:srgbClr val="FFA800">
                      <a:alpha val="85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740907" cy="34061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57507"/>
              <a:ext cx="3685540" cy="3861262"/>
              <a:chOff x="0" y="0"/>
              <a:chExt cx="1011448" cy="105967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11448" cy="1059672"/>
              </a:xfrm>
              <a:custGeom>
                <a:avLst/>
                <a:gdLst/>
                <a:ahLst/>
                <a:cxnLst/>
                <a:rect r="r" b="b" t="t" l="l"/>
                <a:pathLst>
                  <a:path h="1059672" w="1011448">
                    <a:moveTo>
                      <a:pt x="0" y="0"/>
                    </a:moveTo>
                    <a:lnTo>
                      <a:pt x="1011448" y="0"/>
                    </a:lnTo>
                    <a:lnTo>
                      <a:pt x="1011448" y="1059672"/>
                    </a:lnTo>
                    <a:lnTo>
                      <a:pt x="0" y="1059672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51" t="0" r="-108314" b="-10538"/>
                </a:stretch>
              </a:blipFill>
            </p:spPr>
          </p:sp>
        </p:grpSp>
      </p:grpSp>
      <p:sp>
        <p:nvSpPr>
          <p:cNvPr name="TextBox 23" id="23"/>
          <p:cNvSpPr txBox="true"/>
          <p:nvPr/>
        </p:nvSpPr>
        <p:spPr>
          <a:xfrm rot="0">
            <a:off x="8283049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74535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90826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37464" y="2228356"/>
            <a:ext cx="9059694" cy="87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UI/UX &amp; Fitur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51740" y="8832850"/>
            <a:ext cx="3007560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2-06-2026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832850"/>
            <a:ext cx="420920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Kelompok 5 / 2 D4 EA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7464" y="3302854"/>
            <a:ext cx="7406536" cy="471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 akses kendaraan berbasis perangkat wearable.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Satu tombol untuk berbagai perintah melalui kombinasi interaksi.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Menampilkan informasi dasar sistem kepada pengguna.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Komunikasi wireless hanya aktif saat dibutuhkan.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Mendukung autentikasi akses kendaraan secara nirkabel.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Pengisian daya praktis menggunakan konektor magnetik.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72261" y="4350919"/>
            <a:ext cx="7549238" cy="3236108"/>
            <a:chOff x="0" y="0"/>
            <a:chExt cx="3114146" cy="13349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14147" cy="1334931"/>
            </a:xfrm>
            <a:custGeom>
              <a:avLst/>
              <a:gdLst/>
              <a:ahLst/>
              <a:cxnLst/>
              <a:rect r="r" b="b" t="t" l="l"/>
              <a:pathLst>
                <a:path h="1334931" w="3114147">
                  <a:moveTo>
                    <a:pt x="0" y="0"/>
                  </a:moveTo>
                  <a:lnTo>
                    <a:pt x="3114147" y="0"/>
                  </a:lnTo>
                  <a:lnTo>
                    <a:pt x="3114147" y="1334931"/>
                  </a:lnTo>
                  <a:lnTo>
                    <a:pt x="0" y="1334931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100000"/>
                  </a:srgbClr>
                </a:gs>
                <a:gs pos="100000">
                  <a:srgbClr val="FFA80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114146" cy="13920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32755" y="3158340"/>
            <a:ext cx="2344223" cy="5489932"/>
            <a:chOff x="0" y="0"/>
            <a:chExt cx="2711475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1147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711475">
                  <a:moveTo>
                    <a:pt x="2711475" y="1169060"/>
                  </a:moveTo>
                  <a:cubicBezTo>
                    <a:pt x="2711475" y="3034449"/>
                    <a:pt x="2711475" y="4484599"/>
                    <a:pt x="2711475" y="6350000"/>
                  </a:cubicBezTo>
                  <a:lnTo>
                    <a:pt x="0" y="6350000"/>
                  </a:lnTo>
                  <a:lnTo>
                    <a:pt x="0" y="1533195"/>
                  </a:lnTo>
                  <a:cubicBezTo>
                    <a:pt x="0" y="1022134"/>
                    <a:pt x="0" y="511061"/>
                    <a:pt x="0" y="0"/>
                  </a:cubicBezTo>
                  <a:lnTo>
                    <a:pt x="1146746" y="0"/>
                  </a:lnTo>
                  <a:cubicBezTo>
                    <a:pt x="1668323" y="389687"/>
                    <a:pt x="2189899" y="779374"/>
                    <a:pt x="2711475" y="1169060"/>
                  </a:cubicBezTo>
                  <a:close/>
                </a:path>
              </a:pathLst>
            </a:custGeom>
            <a:blipFill>
              <a:blip r:embed="rId2"/>
              <a:stretch>
                <a:fillRect l="-28160" t="0" r="-2816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1012" y="2097095"/>
            <a:ext cx="2344223" cy="5489932"/>
            <a:chOff x="0" y="0"/>
            <a:chExt cx="2711475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1147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711475">
                  <a:moveTo>
                    <a:pt x="2711475" y="1169060"/>
                  </a:moveTo>
                  <a:cubicBezTo>
                    <a:pt x="2711475" y="3034449"/>
                    <a:pt x="2711475" y="4484599"/>
                    <a:pt x="2711475" y="6350000"/>
                  </a:cubicBezTo>
                  <a:lnTo>
                    <a:pt x="0" y="6350000"/>
                  </a:lnTo>
                  <a:lnTo>
                    <a:pt x="0" y="1533195"/>
                  </a:lnTo>
                  <a:cubicBezTo>
                    <a:pt x="0" y="1022134"/>
                    <a:pt x="0" y="511061"/>
                    <a:pt x="0" y="0"/>
                  </a:cubicBezTo>
                  <a:lnTo>
                    <a:pt x="1146746" y="0"/>
                  </a:lnTo>
                  <a:cubicBezTo>
                    <a:pt x="1668323" y="389687"/>
                    <a:pt x="2189899" y="779374"/>
                    <a:pt x="2711475" y="1169060"/>
                  </a:cubicBezTo>
                  <a:close/>
                </a:path>
              </a:pathLst>
            </a:custGeom>
            <a:blipFill>
              <a:blip r:embed="rId3"/>
              <a:stretch>
                <a:fillRect l="-28160" t="0" r="-2816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04866" y="7015918"/>
            <a:ext cx="2091570" cy="2091570"/>
            <a:chOff x="0" y="0"/>
            <a:chExt cx="286528" cy="286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6528" cy="286528"/>
            </a:xfrm>
            <a:custGeom>
              <a:avLst/>
              <a:gdLst/>
              <a:ahLst/>
              <a:cxnLst/>
              <a:rect r="r" b="b" t="t" l="l"/>
              <a:pathLst>
                <a:path h="286528" w="286528">
                  <a:moveTo>
                    <a:pt x="0" y="0"/>
                  </a:moveTo>
                  <a:lnTo>
                    <a:pt x="286528" y="0"/>
                  </a:lnTo>
                  <a:lnTo>
                    <a:pt x="286528" y="286528"/>
                  </a:lnTo>
                  <a:lnTo>
                    <a:pt x="0" y="286528"/>
                  </a:lnTo>
                  <a:close/>
                </a:path>
              </a:pathLst>
            </a:custGeom>
            <a:gradFill rotWithShape="true">
              <a:gsLst>
                <a:gs pos="0">
                  <a:srgbClr val="000842">
                    <a:alpha val="100000"/>
                  </a:srgbClr>
                </a:gs>
                <a:gs pos="100000">
                  <a:srgbClr val="00020D">
                    <a:alpha val="100000"/>
                  </a:srgbClr>
                </a:gs>
              </a:gsLst>
              <a:lin ang="0"/>
            </a:gradFill>
            <a:ln w="19050" cap="sq">
              <a:gradFill>
                <a:gsLst>
                  <a:gs pos="0">
                    <a:srgbClr val="A8770D">
                      <a:alpha val="100000"/>
                    </a:srgbClr>
                  </a:gs>
                  <a:gs pos="100000">
                    <a:srgbClr val="FFA8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86528" cy="343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134360" y="7421026"/>
            <a:ext cx="1632582" cy="1281352"/>
          </a:xfrm>
          <a:custGeom>
            <a:avLst/>
            <a:gdLst/>
            <a:ahLst/>
            <a:cxnLst/>
            <a:rect r="r" b="b" t="t" l="l"/>
            <a:pathLst>
              <a:path h="1281352" w="1632582">
                <a:moveTo>
                  <a:pt x="0" y="0"/>
                </a:moveTo>
                <a:lnTo>
                  <a:pt x="1632582" y="0"/>
                </a:lnTo>
                <a:lnTo>
                  <a:pt x="1632582" y="1281353"/>
                </a:lnTo>
                <a:lnTo>
                  <a:pt x="0" y="1281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83049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74535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90826" y="971550"/>
            <a:ext cx="172190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4136" y="2135195"/>
            <a:ext cx="7065274" cy="165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Development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44136" y="3778628"/>
            <a:ext cx="7681582" cy="342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Rencana pengembangan: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Application Integration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Vehicle Monitoring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Encrypted Wireless Communication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Multi-Device Authentication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Battery Optimization System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Waterproof Wearable Design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 Compact PCB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01714" y="8832850"/>
            <a:ext cx="3007560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2-06-2026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832850"/>
            <a:ext cx="420920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Kelompok 5 / 2 D4 EA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51710"/>
            <a:ext cx="18288000" cy="5783580"/>
          </a:xfrm>
          <a:custGeom>
            <a:avLst/>
            <a:gdLst/>
            <a:ahLst/>
            <a:cxnLst/>
            <a:rect r="r" b="b" t="t" l="l"/>
            <a:pathLst>
              <a:path h="5783580" w="18288000">
                <a:moveTo>
                  <a:pt x="0" y="0"/>
                </a:moveTo>
                <a:lnTo>
                  <a:pt x="18288000" y="0"/>
                </a:lnTo>
                <a:lnTo>
                  <a:pt x="18288000" y="5783580"/>
                </a:lnTo>
                <a:lnTo>
                  <a:pt x="0" y="5783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11363" y="611503"/>
            <a:ext cx="7065274" cy="87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80"/>
              </a:lnSpc>
            </a:pPr>
            <a:r>
              <a:rPr lang="en-US" sz="6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Mind Map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9322" y="0"/>
            <a:ext cx="17109356" cy="10287000"/>
          </a:xfrm>
          <a:custGeom>
            <a:avLst/>
            <a:gdLst/>
            <a:ahLst/>
            <a:cxnLst/>
            <a:rect r="r" b="b" t="t" l="l"/>
            <a:pathLst>
              <a:path h="10287000" w="17109356">
                <a:moveTo>
                  <a:pt x="0" y="0"/>
                </a:moveTo>
                <a:lnTo>
                  <a:pt x="17109356" y="0"/>
                </a:lnTo>
                <a:lnTo>
                  <a:pt x="171093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76322" y="1066800"/>
            <a:ext cx="7065274" cy="87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0"/>
              </a:lnSpc>
            </a:pPr>
            <a:r>
              <a:rPr lang="en-US" sz="6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Fishbone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842">
                <a:alpha val="100000"/>
              </a:srgbClr>
            </a:gs>
            <a:gs pos="100000">
              <a:srgbClr val="00020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98016" y="-7811289"/>
            <a:ext cx="16733612" cy="13327204"/>
            <a:chOff x="0" y="0"/>
            <a:chExt cx="1010605" cy="804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0605" cy="804880"/>
            </a:xfrm>
            <a:custGeom>
              <a:avLst/>
              <a:gdLst/>
              <a:ahLst/>
              <a:cxnLst/>
              <a:rect r="r" b="b" t="t" l="l"/>
              <a:pathLst>
                <a:path h="804880" w="1010605">
                  <a:moveTo>
                    <a:pt x="1010605" y="402440"/>
                  </a:moveTo>
                  <a:lnTo>
                    <a:pt x="807405" y="804880"/>
                  </a:lnTo>
                  <a:lnTo>
                    <a:pt x="203200" y="804880"/>
                  </a:lnTo>
                  <a:lnTo>
                    <a:pt x="0" y="402440"/>
                  </a:lnTo>
                  <a:lnTo>
                    <a:pt x="203200" y="0"/>
                  </a:lnTo>
                  <a:lnTo>
                    <a:pt x="807405" y="0"/>
                  </a:lnTo>
                  <a:lnTo>
                    <a:pt x="1010605" y="402440"/>
                  </a:lnTo>
                  <a:close/>
                </a:path>
              </a:pathLst>
            </a:custGeom>
            <a:ln w="276225" cap="sq">
              <a:gradFill>
                <a:gsLst>
                  <a:gs pos="0">
                    <a:srgbClr val="A8770D">
                      <a:alpha val="100000"/>
                    </a:srgbClr>
                  </a:gs>
                  <a:gs pos="100000">
                    <a:srgbClr val="FFA800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66675"/>
              <a:ext cx="782005" cy="871555"/>
            </a:xfrm>
            <a:prstGeom prst="rect">
              <a:avLst/>
            </a:prstGeom>
          </p:spPr>
          <p:txBody>
            <a:bodyPr anchor="ctr" rtlCol="false" tIns="43569" lIns="43569" bIns="43569" rIns="43569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58475" y="879084"/>
            <a:ext cx="600825" cy="6008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85000"/>
                  </a:srgbClr>
                </a:gs>
                <a:gs pos="100000">
                  <a:srgbClr val="FFA800">
                    <a:alpha val="85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842650" y="1023947"/>
            <a:ext cx="232475" cy="311098"/>
          </a:xfrm>
          <a:custGeom>
            <a:avLst/>
            <a:gdLst/>
            <a:ahLst/>
            <a:cxnLst/>
            <a:rect r="r" b="b" t="t" l="l"/>
            <a:pathLst>
              <a:path h="311098" w="232475">
                <a:moveTo>
                  <a:pt x="0" y="0"/>
                </a:moveTo>
                <a:lnTo>
                  <a:pt x="232475" y="0"/>
                </a:lnTo>
                <a:lnTo>
                  <a:pt x="232475" y="311098"/>
                </a:lnTo>
                <a:lnTo>
                  <a:pt x="0" y="311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527998" y="7219625"/>
            <a:ext cx="4227522" cy="781398"/>
            <a:chOff x="0" y="0"/>
            <a:chExt cx="988471" cy="1827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8471" cy="182705"/>
            </a:xfrm>
            <a:custGeom>
              <a:avLst/>
              <a:gdLst/>
              <a:ahLst/>
              <a:cxnLst/>
              <a:rect r="r" b="b" t="t" l="l"/>
              <a:pathLst>
                <a:path h="182705" w="988471">
                  <a:moveTo>
                    <a:pt x="0" y="0"/>
                  </a:moveTo>
                  <a:lnTo>
                    <a:pt x="988471" y="0"/>
                  </a:lnTo>
                  <a:lnTo>
                    <a:pt x="988471" y="182705"/>
                  </a:lnTo>
                  <a:lnTo>
                    <a:pt x="0" y="182705"/>
                  </a:ln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100000"/>
                  </a:srgbClr>
                </a:gs>
                <a:gs pos="100000">
                  <a:srgbClr val="FFA80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88471" cy="239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974122" y="7219625"/>
            <a:ext cx="781398" cy="78139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812800" cy="936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5214009" y="7428023"/>
            <a:ext cx="301625" cy="364602"/>
          </a:xfrm>
          <a:custGeom>
            <a:avLst/>
            <a:gdLst/>
            <a:ahLst/>
            <a:cxnLst/>
            <a:rect r="r" b="b" t="t" l="l"/>
            <a:pathLst>
              <a:path h="364602" w="301625">
                <a:moveTo>
                  <a:pt x="0" y="0"/>
                </a:moveTo>
                <a:lnTo>
                  <a:pt x="301625" y="0"/>
                </a:lnTo>
                <a:lnTo>
                  <a:pt x="301625" y="364601"/>
                </a:lnTo>
                <a:lnTo>
                  <a:pt x="0" y="36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492875" y="-5909436"/>
            <a:ext cx="12644686" cy="11778220"/>
            <a:chOff x="0" y="0"/>
            <a:chExt cx="886637" cy="8258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86637" cy="825881"/>
            </a:xfrm>
            <a:custGeom>
              <a:avLst/>
              <a:gdLst/>
              <a:ahLst/>
              <a:cxnLst/>
              <a:rect r="r" b="b" t="t" l="l"/>
              <a:pathLst>
                <a:path h="825881" w="886637">
                  <a:moveTo>
                    <a:pt x="886637" y="412940"/>
                  </a:moveTo>
                  <a:lnTo>
                    <a:pt x="683437" y="825881"/>
                  </a:lnTo>
                  <a:lnTo>
                    <a:pt x="203200" y="825881"/>
                  </a:lnTo>
                  <a:lnTo>
                    <a:pt x="0" y="412940"/>
                  </a:lnTo>
                  <a:lnTo>
                    <a:pt x="203200" y="0"/>
                  </a:lnTo>
                  <a:lnTo>
                    <a:pt x="683437" y="0"/>
                  </a:lnTo>
                  <a:lnTo>
                    <a:pt x="886637" y="412940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123825"/>
              <a:ext cx="658037" cy="9497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014128" y="0"/>
            <a:ext cx="8273872" cy="5515915"/>
          </a:xfrm>
          <a:custGeom>
            <a:avLst/>
            <a:gdLst/>
            <a:ahLst/>
            <a:cxnLst/>
            <a:rect r="r" b="b" t="t" l="l"/>
            <a:pathLst>
              <a:path h="5515915" w="8273872">
                <a:moveTo>
                  <a:pt x="0" y="0"/>
                </a:moveTo>
                <a:lnTo>
                  <a:pt x="8273872" y="0"/>
                </a:lnTo>
                <a:lnTo>
                  <a:pt x="8273872" y="5515915"/>
                </a:lnTo>
                <a:lnTo>
                  <a:pt x="0" y="5515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10800000">
            <a:off x="12743558" y="5078866"/>
            <a:ext cx="2128345" cy="1188258"/>
            <a:chOff x="0" y="0"/>
            <a:chExt cx="508000" cy="2836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9348" y="0"/>
              <a:ext cx="449303" cy="283617"/>
            </a:xfrm>
            <a:custGeom>
              <a:avLst/>
              <a:gdLst/>
              <a:ahLst/>
              <a:cxnLst/>
              <a:rect r="r" b="b" t="t" l="l"/>
              <a:pathLst>
                <a:path h="283617" w="449303">
                  <a:moveTo>
                    <a:pt x="256880" y="0"/>
                  </a:moveTo>
                  <a:lnTo>
                    <a:pt x="422611" y="0"/>
                  </a:lnTo>
                  <a:cubicBezTo>
                    <a:pt x="432906" y="0"/>
                    <a:pt x="442283" y="5920"/>
                    <a:pt x="446710" y="15214"/>
                  </a:cubicBezTo>
                  <a:cubicBezTo>
                    <a:pt x="451136" y="24508"/>
                    <a:pt x="449824" y="35520"/>
                    <a:pt x="443336" y="43513"/>
                  </a:cubicBezTo>
                  <a:lnTo>
                    <a:pt x="283780" y="240104"/>
                  </a:lnTo>
                  <a:cubicBezTo>
                    <a:pt x="261439" y="267631"/>
                    <a:pt x="227876" y="283617"/>
                    <a:pt x="192424" y="283617"/>
                  </a:cubicBezTo>
                  <a:lnTo>
                    <a:pt x="26693" y="283617"/>
                  </a:lnTo>
                  <a:cubicBezTo>
                    <a:pt x="16398" y="283617"/>
                    <a:pt x="7021" y="277697"/>
                    <a:pt x="2594" y="268403"/>
                  </a:cubicBezTo>
                  <a:cubicBezTo>
                    <a:pt x="-1832" y="259109"/>
                    <a:pt x="-520" y="248098"/>
                    <a:pt x="5968" y="240104"/>
                  </a:cubicBezTo>
                  <a:lnTo>
                    <a:pt x="165524" y="43513"/>
                  </a:lnTo>
                  <a:cubicBezTo>
                    <a:pt x="187865" y="15986"/>
                    <a:pt x="221428" y="0"/>
                    <a:pt x="256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100000"/>
                  </a:srgbClr>
                </a:gs>
                <a:gs pos="100000">
                  <a:srgbClr val="FFA80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254000" y="-123825"/>
              <a:ext cx="0" cy="40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7013" y="1038860"/>
            <a:ext cx="34122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2000" b="true">
                <a:solidFill>
                  <a:srgbClr val="E19704"/>
                </a:solidFill>
                <a:latin typeface="Poppins Bold"/>
                <a:ea typeface="Poppins Bold"/>
                <a:cs typeface="Poppins Bold"/>
                <a:sym typeface="Poppins Bold"/>
              </a:rPr>
              <a:t>WISE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5567" y="5935459"/>
            <a:ext cx="8318883" cy="162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28"/>
              </a:lnSpc>
            </a:pPr>
            <a:r>
              <a:rPr lang="en-US" sz="1109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5567" y="7575573"/>
            <a:ext cx="5372638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 spc="8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37184" y="7335686"/>
            <a:ext cx="2678034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>
                <a:solidFill>
                  <a:srgbClr val="101843"/>
                </a:solidFill>
                <a:latin typeface="Poppins"/>
                <a:ea typeface="Poppins"/>
                <a:cs typeface="Poppins"/>
                <a:sym typeface="Poppins"/>
              </a:rPr>
              <a:t>End of Slide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5567" y="4183417"/>
            <a:ext cx="7041019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elit. Sed at ipsum vitae lacus lobortis lacinia. Donec tristique arcu massa, at</a:t>
            </a:r>
          </a:p>
        </p:txBody>
      </p:sp>
      <p:grpSp>
        <p:nvGrpSpPr>
          <p:cNvPr name="Group 28" id="28"/>
          <p:cNvGrpSpPr/>
          <p:nvPr/>
        </p:nvGrpSpPr>
        <p:grpSpPr>
          <a:xfrm rot="-10800000">
            <a:off x="14050868" y="5078866"/>
            <a:ext cx="2495648" cy="1188258"/>
            <a:chOff x="0" y="0"/>
            <a:chExt cx="595669" cy="2836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029" y="0"/>
              <a:ext cx="545611" cy="283617"/>
            </a:xfrm>
            <a:custGeom>
              <a:avLst/>
              <a:gdLst/>
              <a:ahLst/>
              <a:cxnLst/>
              <a:rect r="r" b="b" t="t" l="l"/>
              <a:pathLst>
                <a:path h="283617" w="545611">
                  <a:moveTo>
                    <a:pt x="252951" y="0"/>
                  </a:moveTo>
                  <a:lnTo>
                    <a:pt x="522847" y="0"/>
                  </a:lnTo>
                  <a:cubicBezTo>
                    <a:pt x="531627" y="0"/>
                    <a:pt x="539624" y="5049"/>
                    <a:pt x="543399" y="12975"/>
                  </a:cubicBezTo>
                  <a:cubicBezTo>
                    <a:pt x="547174" y="20901"/>
                    <a:pt x="546055" y="30292"/>
                    <a:pt x="540522" y="37109"/>
                  </a:cubicBezTo>
                  <a:lnTo>
                    <a:pt x="370570" y="246508"/>
                  </a:lnTo>
                  <a:cubicBezTo>
                    <a:pt x="351517" y="269984"/>
                    <a:pt x="322894" y="283617"/>
                    <a:pt x="292660" y="283617"/>
                  </a:cubicBezTo>
                  <a:lnTo>
                    <a:pt x="22764" y="283617"/>
                  </a:lnTo>
                  <a:cubicBezTo>
                    <a:pt x="13984" y="283617"/>
                    <a:pt x="5988" y="278569"/>
                    <a:pt x="2212" y="270642"/>
                  </a:cubicBezTo>
                  <a:cubicBezTo>
                    <a:pt x="-1563" y="262716"/>
                    <a:pt x="-444" y="253325"/>
                    <a:pt x="5089" y="246508"/>
                  </a:cubicBezTo>
                  <a:lnTo>
                    <a:pt x="175041" y="37109"/>
                  </a:lnTo>
                  <a:cubicBezTo>
                    <a:pt x="194094" y="13633"/>
                    <a:pt x="222717" y="0"/>
                    <a:pt x="2529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100000"/>
                  </a:srgbClr>
                </a:gs>
                <a:gs pos="100000">
                  <a:srgbClr val="FFA80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254000" y="-123825"/>
              <a:ext cx="87669" cy="40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10800000">
            <a:off x="15757188" y="5078866"/>
            <a:ext cx="3010294" cy="1188258"/>
            <a:chOff x="0" y="0"/>
            <a:chExt cx="718506" cy="2836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0750" y="0"/>
              <a:ext cx="677007" cy="283617"/>
            </a:xfrm>
            <a:custGeom>
              <a:avLst/>
              <a:gdLst/>
              <a:ahLst/>
              <a:cxnLst/>
              <a:rect r="r" b="b" t="t" l="l"/>
              <a:pathLst>
                <a:path h="283617" w="677007">
                  <a:moveTo>
                    <a:pt x="249060" y="0"/>
                  </a:moveTo>
                  <a:lnTo>
                    <a:pt x="658134" y="0"/>
                  </a:lnTo>
                  <a:cubicBezTo>
                    <a:pt x="665413" y="0"/>
                    <a:pt x="672042" y="4186"/>
                    <a:pt x="675172" y="10757"/>
                  </a:cubicBezTo>
                  <a:cubicBezTo>
                    <a:pt x="678302" y="17328"/>
                    <a:pt x="677374" y="25113"/>
                    <a:pt x="672787" y="30765"/>
                  </a:cubicBezTo>
                  <a:lnTo>
                    <a:pt x="492538" y="252853"/>
                  </a:lnTo>
                  <a:cubicBezTo>
                    <a:pt x="476742" y="272315"/>
                    <a:pt x="453013" y="283617"/>
                    <a:pt x="427947" y="283617"/>
                  </a:cubicBezTo>
                  <a:lnTo>
                    <a:pt x="18872" y="283617"/>
                  </a:lnTo>
                  <a:cubicBezTo>
                    <a:pt x="11594" y="283617"/>
                    <a:pt x="4964" y="279432"/>
                    <a:pt x="1834" y="272861"/>
                  </a:cubicBezTo>
                  <a:cubicBezTo>
                    <a:pt x="-1296" y="266289"/>
                    <a:pt x="-368" y="258504"/>
                    <a:pt x="4219" y="252853"/>
                  </a:cubicBezTo>
                  <a:lnTo>
                    <a:pt x="184469" y="30765"/>
                  </a:lnTo>
                  <a:cubicBezTo>
                    <a:pt x="200264" y="11302"/>
                    <a:pt x="223994" y="0"/>
                    <a:pt x="2490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8770D">
                    <a:alpha val="100000"/>
                  </a:srgbClr>
                </a:gs>
                <a:gs pos="100000">
                  <a:srgbClr val="FFA80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254000" y="-123825"/>
              <a:ext cx="210506" cy="407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251740" y="8832850"/>
            <a:ext cx="3007560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2-06-2026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8832850"/>
            <a:ext cx="4209209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Kelompok 5 / 2 D4 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DAHLPdmzFW0</dc:identifier>
  <dcterms:modified xsi:type="dcterms:W3CDTF">2011-08-01T06:04:30Z</dcterms:modified>
  <cp:revision>1</cp:revision>
  <dc:title>Wearable Intelligent Security Entry</dc:title>
</cp:coreProperties>
</file>